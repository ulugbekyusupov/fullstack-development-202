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8" r:id="rId9"/>
    <p:sldId id="269" r:id="rId10"/>
    <p:sldId id="276" r:id="rId11"/>
  </p:sldIdLst>
  <p:sldSz cx="12192000" cy="6858000"/>
  <p:notesSz cx="6858000" cy="9144000"/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54"/>
    <p:restoredTop sz="95840"/>
  </p:normalViewPr>
  <p:slideViewPr>
    <p:cSldViewPr snapToGrid="0">
      <p:cViewPr varScale="1">
        <p:scale>
          <a:sx n="88" d="100"/>
          <a:sy n="88" d="100"/>
        </p:scale>
        <p:origin x="184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2EDDB-4AC0-27FB-4EA9-E64264A2D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Z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B75810-866D-E389-78F0-F4F64418DF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7AEA1-0CFA-0DF9-77BD-F784C005B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06/03/25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42071-6737-A358-6ABF-2942E25EA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B7606-F20F-0BAD-9330-8799E148D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969428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010B6-9166-4D7D-5A46-9A01667E7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DDC87-6809-FCC2-6AEC-5891376F2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139DC-791F-111F-E7EB-927FC109D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06/03/25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95834-D745-F262-5D51-DA52594CB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F7291-3321-7986-DC53-8FAA708C9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224130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E0A42-830B-E54F-9554-9B6A87941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13B47-0672-51E5-C880-8784A93D0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16C90-A121-B950-45DE-C650806B0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06/03/25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04404-379F-6391-C8B6-C2F1282F2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63C48-540C-5CC3-3D0E-655734C13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21067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D9CE5-271E-5EE4-D1B5-088699439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6AE7D-2E8D-194A-A8E8-B4036EBD2C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9A4AD1-192E-89D8-A773-2B1906341D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1E93A2-037B-757E-9991-0759B77BC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06/03/25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5F9BC-30B6-71FD-32E3-51C8CF188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673C3A-7AD9-7E81-23A6-1920CD438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119601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9DB1B-0CA4-2108-BFB6-CE0CA1D33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9069D-8178-04F2-CACC-D62E10BF4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51E179-B829-D26C-4864-D9CE34E1D2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FD494-CBF9-A7E9-9423-3F9F705A67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88A331-E7D0-FA32-ACBD-F956CEBDF8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ECC135-228E-F67B-C804-F9C504D4E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06/03/25</a:t>
            </a:fld>
            <a:endParaRPr lang="en-U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05FA9B-3525-2FE8-8187-6D69AC524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7DD6FE-E4ED-BF96-23BB-05DB203A4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512622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0BE68-335C-2A00-C99A-95B80E787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F6DA29-43A2-F2F4-1272-4FE63C4F8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06/03/25</a:t>
            </a:fld>
            <a:endParaRPr lang="en-U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5C362F-5EAC-B2DC-BE3D-E0BB7A0D2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96211C-42B4-4D26-8540-4225F2A01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710185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E78DF8-E8AA-6383-0DCB-A062C6406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06/03/25</a:t>
            </a:fld>
            <a:endParaRPr lang="en-U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41DC97-7BCA-7111-08CC-818F75CBF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96877-C017-59B5-8AFF-E50043DA0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766661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0B2C-94A2-C167-CAD8-D52725B8D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78BBF-9A08-907C-E2AB-8661F26F8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245D4E-932B-3D22-0AE3-6D41436D9B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413B62-6333-9DB2-0B98-84E283E19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06/03/25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EE42AE-83D4-8096-73AB-A014597D9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B92B5-462F-E7A1-8431-E1DEE4F1D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919019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5F6F4-F299-A06B-6C09-9AB3A9598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03F738-E265-2B6D-6104-EF3E729769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D73AAD-EBA6-3B75-1D4F-B8D62B9996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623E73-48D8-3315-4120-03AEA3BC8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06/03/25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FE2E8D-13C9-1EA7-4BC6-428644409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8B6390-84CB-1F66-99C1-DCE586854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56962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BACC3-27AF-0FB8-0EA3-9A76ADE3D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D14C88-6EB1-7FB8-E3B0-0895E93138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CE35A-4E04-D07C-98A8-1C4F5196D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06/03/25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C4E5D-2D07-7593-19B1-CB5CF70F2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27350-4D22-1461-50DC-6AB6E25FC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05750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F7B575-BFDD-A423-5EB3-BDA4379FA7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1101C8-6051-4910-F8D6-C792B1DDF9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B96FB-0E14-8EB6-52BB-86A7F46A2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06/03/25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ECFAD-9F0B-FEBD-1B35-D4495B810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87CD3-0E58-3384-4A17-F8E729FCC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103562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EFAA7-8914-8527-A91B-6B624907ED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5E210-D269-D54C-985C-31A732180E63}" type="datetimeFigureOut">
              <a:rPr lang="en-UZ" smtClean="0"/>
              <a:t>06/03/25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C820C-84A1-F40C-05DC-D695AD0077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Z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9C557-8E2C-A035-E602-AAF975BA69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  <p:pic>
        <p:nvPicPr>
          <p:cNvPr id="10" name="Picture 9" descr="A close-up of a logo&#10;&#10;Description automatically generated">
            <a:extLst>
              <a:ext uri="{FF2B5EF4-FFF2-40B4-BE49-F238E27FC236}">
                <a16:creationId xmlns:a16="http://schemas.microsoft.com/office/drawing/2014/main" id="{122ED645-059C-94BB-DD01-D000C5C1A6B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610600" y="136525"/>
            <a:ext cx="3222625" cy="85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949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01607-A900-1A69-33ED-99D7D46E1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04769"/>
            <a:ext cx="9144000" cy="1648461"/>
          </a:xfrm>
        </p:spPr>
        <p:txBody>
          <a:bodyPr/>
          <a:lstStyle/>
          <a:p>
            <a:r>
              <a:rPr lang="en-UZ" dirty="0"/>
              <a:t>JavaScript Arrays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4119B7-99F9-72C2-BCA0-9DE38446C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00550" y="4996498"/>
            <a:ext cx="3390900" cy="455612"/>
          </a:xfrm>
        </p:spPr>
        <p:txBody>
          <a:bodyPr/>
          <a:lstStyle/>
          <a:p>
            <a:r>
              <a:rPr lang="en-UZ" dirty="0"/>
              <a:t>Mirzoulugbek Yusupov</a:t>
            </a:r>
          </a:p>
        </p:txBody>
      </p:sp>
    </p:spTree>
    <p:extLst>
      <p:ext uri="{BB962C8B-B14F-4D97-AF65-F5344CB8AC3E}">
        <p14:creationId xmlns:p14="http://schemas.microsoft.com/office/powerpoint/2010/main" val="3827469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079BFBC-4A60-D386-B637-956DB1707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225540" cy="863898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Introduction to Arrays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6D5DD3-255F-0FD3-8A19-2C1D3BCA2A43}"/>
              </a:ext>
            </a:extLst>
          </p:cNvPr>
          <p:cNvSpPr txBox="1"/>
          <p:nvPr/>
        </p:nvSpPr>
        <p:spPr>
          <a:xfrm>
            <a:off x="838199" y="2735636"/>
            <a:ext cx="42824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Types of Arrays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1D Arrays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(Basic lists of values)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2D Arrays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(Arrays inside arrays)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509517-8055-AB41-19E7-E21A3D436070}"/>
              </a:ext>
            </a:extLst>
          </p:cNvPr>
          <p:cNvSpPr txBox="1"/>
          <p:nvPr/>
        </p:nvSpPr>
        <p:spPr>
          <a:xfrm>
            <a:off x="838199" y="4105555"/>
            <a:ext cx="50456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Array Properties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Length Property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Indexing &amp; Accessing Elements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B4EC0AEE-FB86-1F9D-F645-D30A22F77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2399200"/>
            <a:ext cx="6233160" cy="38301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8A0B957-6DDF-40F2-D69E-23F9FDCBD435}"/>
              </a:ext>
            </a:extLst>
          </p:cNvPr>
          <p:cNvSpPr txBox="1"/>
          <p:nvPr/>
        </p:nvSpPr>
        <p:spPr>
          <a:xfrm>
            <a:off x="838200" y="1490947"/>
            <a:ext cx="108546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An Array is an ordered collection of elements that are used to store multiple values in a single variable.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Arrays in JavaScript  are </a:t>
            </a:r>
            <a:r>
              <a:rPr lang="en-UZ" b="1" dirty="0">
                <a:latin typeface="Arial" panose="020B0604020202020204" pitchFamily="34" charset="0"/>
                <a:cs typeface="Arial" panose="020B0604020202020204" pitchFamily="34" charset="0"/>
              </a:rPr>
              <a:t>zero-indexed</a:t>
            </a:r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 and can hold multiple data types</a:t>
            </a:r>
          </a:p>
        </p:txBody>
      </p:sp>
    </p:spTree>
    <p:extLst>
      <p:ext uri="{BB962C8B-B14F-4D97-AF65-F5344CB8AC3E}">
        <p14:creationId xmlns:p14="http://schemas.microsoft.com/office/powerpoint/2010/main" val="421499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D9DA7-BF49-8782-9D60-EAAFCD1DB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3585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Ways to Create an Arrays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90FF84-CC5D-E1D4-741A-2391C1561767}"/>
              </a:ext>
            </a:extLst>
          </p:cNvPr>
          <p:cNvSpPr txBox="1"/>
          <p:nvPr/>
        </p:nvSpPr>
        <p:spPr>
          <a:xfrm>
            <a:off x="838200" y="1435617"/>
            <a:ext cx="60979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Using Array Literals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Uses [] brackets.</a:t>
            </a:r>
          </a:p>
          <a:p>
            <a:pPr marL="342900" indent="-342900">
              <a:buFont typeface="+mj-lt"/>
              <a:buAutoNum type="arabicPeriod"/>
            </a:pP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close-up of a green text&#10;&#10;Description automatically generated">
            <a:extLst>
              <a:ext uri="{FF2B5EF4-FFF2-40B4-BE49-F238E27FC236}">
                <a16:creationId xmlns:a16="http://schemas.microsoft.com/office/drawing/2014/main" id="{1A04D054-5CB4-F0CC-22D9-50A4CA0F6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8" y="2199790"/>
            <a:ext cx="6980763" cy="11227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BE85250-D714-A705-61FE-4E4B5A5F4B2C}"/>
              </a:ext>
            </a:extLst>
          </p:cNvPr>
          <p:cNvSpPr txBox="1"/>
          <p:nvPr/>
        </p:nvSpPr>
        <p:spPr>
          <a:xfrm>
            <a:off x="838198" y="3764707"/>
            <a:ext cx="84201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2.  Using new Array() Constructor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Creates an array with elements OR an empty array with a fixed size.</a:t>
            </a:r>
          </a:p>
        </p:txBody>
      </p:sp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26192471-1B49-AFC9-F160-0A1C6008B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8" y="4556989"/>
            <a:ext cx="7791452" cy="193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937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67EF6-050C-2FCF-9236-A6AD04FBE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6435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Ways to Create an Arrays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3A4250-E359-9400-AD8E-B45040184D0A}"/>
              </a:ext>
            </a:extLst>
          </p:cNvPr>
          <p:cNvSpPr txBox="1"/>
          <p:nvPr/>
        </p:nvSpPr>
        <p:spPr>
          <a:xfrm>
            <a:off x="838200" y="4857356"/>
            <a:ext cx="70827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4.   Using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Array.of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Creates an array from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given values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Unlike new Array(), it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does not treat a number as a length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close up of a text&#10;&#10;Description automatically generated">
            <a:extLst>
              <a:ext uri="{FF2B5EF4-FFF2-40B4-BE49-F238E27FC236}">
                <a16:creationId xmlns:a16="http://schemas.microsoft.com/office/drawing/2014/main" id="{DF5C5EFB-1ACB-BDBD-B996-D3C1F7204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309" y="5935013"/>
            <a:ext cx="6166009" cy="7693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DB1E82-7EEE-EA3C-DE87-A318E4C0A4C9}"/>
              </a:ext>
            </a:extLst>
          </p:cNvPr>
          <p:cNvSpPr txBox="1"/>
          <p:nvPr/>
        </p:nvSpPr>
        <p:spPr>
          <a:xfrm>
            <a:off x="838200" y="1379429"/>
            <a:ext cx="74004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3.   Using Spread Operator (...)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Expands elements into an array.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Useful for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copying arrays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converting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iterables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7" name="Picture 6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D63290CE-B116-B3D6-0367-EFBB6587D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309" y="2456773"/>
            <a:ext cx="5676900" cy="2246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969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7508E-8407-7F3A-A646-F76FA71BE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930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JavaScript Array Methods 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CF2D0A48-8E11-7AEA-D03E-8865CCD9D8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45219"/>
            <a:ext cx="9251312" cy="2742911"/>
          </a:xfrm>
        </p:spPr>
      </p:pic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FE6F6C52-1A34-5524-609D-3F3098742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" y="4288924"/>
            <a:ext cx="9251312" cy="2270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702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6C9CE-FDF5-32D5-A57E-87CD6FC9D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7985"/>
            <a:ext cx="10515600" cy="732155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JavaScript Array Methods </a:t>
            </a:r>
            <a:endParaRPr lang="en-UZ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3B4595-8199-B8F2-1BBB-05AE7C91A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35405"/>
            <a:ext cx="9094470" cy="2650526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CBDC8248-CE0A-39E2-84F8-323A8C5033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924" y="4145543"/>
            <a:ext cx="9094470" cy="221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418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8BCF3-7B7D-AE1B-9C64-2F096B151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0411"/>
            <a:ext cx="10515600" cy="732155"/>
          </a:xfrm>
        </p:spPr>
        <p:txBody>
          <a:bodyPr/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Practice	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44774F-5A34-BCEB-3882-CC82D04D73BC}"/>
              </a:ext>
            </a:extLst>
          </p:cNvPr>
          <p:cNvSpPr txBox="1"/>
          <p:nvPr/>
        </p:nvSpPr>
        <p:spPr>
          <a:xfrm>
            <a:off x="1028700" y="1497330"/>
            <a:ext cx="896112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Z" b="1" dirty="0">
                <a:latin typeface="Arial" panose="020B0604020202020204" pitchFamily="34" charset="0"/>
                <a:cs typeface="Arial" panose="020B0604020202020204" pitchFamily="34" charset="0"/>
              </a:rPr>
              <a:t>Challenge 1 </a:t>
            </a:r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Write a JavaScript function to get the first elements of an array. Passing the parameter “n” will return the first “n” elements of the array.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console.log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(first([7, 9, 0, -2])); -&gt;7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console.log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(first([],3)); -&gt; []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console.log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(first([7, 9, 0, -2],3)); -&gt; [7,9,0]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console.log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(first([7, 9, 0, -2],6)); -&gt; [7,9,0,-2]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console.log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(first([7, 9, 0, -2],-3)); -&gt; -3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Z" b="1" dirty="0">
                <a:latin typeface="Arial" panose="020B0604020202020204" pitchFamily="34" charset="0"/>
                <a:cs typeface="Arial" panose="020B0604020202020204" pitchFamily="34" charset="0"/>
              </a:rPr>
              <a:t>Challenge 2 </a:t>
            </a:r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Write a JavaScript function to get the last elements of an array. Passing the parameter “n” will return the last “n” elements of the array.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console.log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(last([7, 9, 0, -2])); -&gt; -2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console.log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(last([7, 9, 0, -2],3)); -&gt; [9,0,-2]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console.log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(last([7, 9, 0, -2],6)); -&gt; [7,9,0,-2]</a:t>
            </a:r>
          </a:p>
          <a:p>
            <a:pPr lvl="1"/>
            <a:endParaRPr lang="en-US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Challenge 3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Write a simple JavaScript program to join all elements of the following array into a string.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myColor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["Red", "Green", "White", "Black"]; - &gt; "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Red,Green,White,Black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7330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55570-6823-9BB5-A319-78455062D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265"/>
            <a:ext cx="10515600" cy="766445"/>
          </a:xfrm>
        </p:spPr>
        <p:txBody>
          <a:bodyPr/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Practice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5D9807-6AF6-1EA6-BA17-834506644AF6}"/>
              </a:ext>
            </a:extLst>
          </p:cNvPr>
          <p:cNvSpPr txBox="1"/>
          <p:nvPr/>
        </p:nvSpPr>
        <p:spPr>
          <a:xfrm>
            <a:off x="1028700" y="1497330"/>
            <a:ext cx="896112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Z" b="1" dirty="0">
                <a:latin typeface="Arial" panose="020B0604020202020204" pitchFamily="34" charset="0"/>
                <a:cs typeface="Arial" panose="020B0604020202020204" pitchFamily="34" charset="0"/>
              </a:rPr>
              <a:t>Challenge 4 </a:t>
            </a:r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Write a JavaScript program that accepts a number as input and inserts dashes (-) between </a:t>
            </a:r>
            <a:r>
              <a:rPr lang="en-US" b="0" i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each number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 example: 025468 the output should be 0-2-5-4-6-8.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Z" b="1" dirty="0">
                <a:latin typeface="Arial" panose="020B0604020202020204" pitchFamily="34" charset="0"/>
                <a:cs typeface="Arial" panose="020B0604020202020204" pitchFamily="34" charset="0"/>
              </a:rPr>
              <a:t>Challenge 5 </a:t>
            </a:r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Write a JavaScript program to sort the items of an array.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Sample array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: var arr1 = [ -3, 8, 7, 6, 5, -4, 3, 2, 1 ];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Sample Output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: -4,-3,1,2,3,5,6,7,8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Challenge 6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Write a JavaScript program to find the most frequent item in an array.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Sample array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: var arr1=[3, 'a', 'a', 'a', 2, 3, 'a', 3, 'a', 2, 4, 9, 3];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Sample Output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: a ( 5 times )</a:t>
            </a:r>
          </a:p>
          <a:p>
            <a:pPr lvl="1"/>
            <a:endParaRPr lang="en-US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Challenge 7 - 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Write a JavaScript program that accepts a string as input and swaps the case of each character.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 example if you input 'The Quick Brown Fox' the output should be '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qUICK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bROWN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fOX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'.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2538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55570-6823-9BB5-A319-78455062D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265"/>
            <a:ext cx="10515600" cy="766445"/>
          </a:xfrm>
        </p:spPr>
        <p:txBody>
          <a:bodyPr/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Practice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5D9807-6AF6-1EA6-BA17-834506644AF6}"/>
              </a:ext>
            </a:extLst>
          </p:cNvPr>
          <p:cNvSpPr txBox="1"/>
          <p:nvPr/>
        </p:nvSpPr>
        <p:spPr>
          <a:xfrm>
            <a:off x="1028700" y="1497330"/>
            <a:ext cx="896112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Z" b="1" dirty="0">
                <a:latin typeface="Arial" panose="020B0604020202020204" pitchFamily="34" charset="0"/>
                <a:cs typeface="Arial" panose="020B0604020202020204" pitchFamily="34" charset="0"/>
              </a:rPr>
              <a:t>Challenge 8 </a:t>
            </a:r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b="0" i="0" dirty="0">
                <a:effectLst/>
                <a:latin typeface="Helvetica" pitchFamily="2" charset="0"/>
              </a:rPr>
              <a:t>We have the following arrays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Helvetica" pitchFamily="2" charset="0"/>
              </a:rPr>
              <a:t>color = ["Blue ", "Green", "Red", "Orange", "Violet", "Indigo", "Yellow "];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Helvetica" pitchFamily="2" charset="0"/>
              </a:rPr>
              <a:t>o = ["</a:t>
            </a:r>
            <a:r>
              <a:rPr lang="en-US" b="0" i="0" dirty="0" err="1">
                <a:effectLst/>
                <a:latin typeface="Helvetica" pitchFamily="2" charset="0"/>
              </a:rPr>
              <a:t>th</a:t>
            </a:r>
            <a:r>
              <a:rPr lang="en-US" b="0" i="0" dirty="0">
                <a:effectLst/>
                <a:latin typeface="Helvetica" pitchFamily="2" charset="0"/>
              </a:rPr>
              <a:t>","</a:t>
            </a:r>
            <a:r>
              <a:rPr lang="en-US" b="0" i="0" dirty="0" err="1">
                <a:effectLst/>
                <a:latin typeface="Helvetica" pitchFamily="2" charset="0"/>
              </a:rPr>
              <a:t>st</a:t>
            </a:r>
            <a:r>
              <a:rPr lang="en-US" b="0" i="0" dirty="0">
                <a:effectLst/>
                <a:latin typeface="Helvetica" pitchFamily="2" charset="0"/>
              </a:rPr>
              <a:t>","</a:t>
            </a:r>
            <a:r>
              <a:rPr lang="en-US" b="0" i="0" dirty="0" err="1">
                <a:effectLst/>
                <a:latin typeface="Helvetica" pitchFamily="2" charset="0"/>
              </a:rPr>
              <a:t>nd</a:t>
            </a:r>
            <a:r>
              <a:rPr lang="en-US" b="0" i="0" dirty="0">
                <a:effectLst/>
                <a:latin typeface="Helvetica" pitchFamily="2" charset="0"/>
              </a:rPr>
              <a:t>","</a:t>
            </a:r>
            <a:r>
              <a:rPr lang="en-US" b="0" i="0" dirty="0" err="1">
                <a:effectLst/>
                <a:latin typeface="Helvetica" pitchFamily="2" charset="0"/>
              </a:rPr>
              <a:t>rd</a:t>
            </a:r>
            <a:r>
              <a:rPr lang="en-US" b="0" i="0" dirty="0">
                <a:effectLst/>
                <a:latin typeface="Helvetica" pitchFamily="2" charset="0"/>
              </a:rPr>
              <a:t>"]</a:t>
            </a:r>
          </a:p>
          <a:p>
            <a:pPr lvl="1"/>
            <a:endParaRPr lang="en-US" b="0" i="0" dirty="0">
              <a:effectLst/>
              <a:latin typeface="Helvetica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Helvetica" pitchFamily="2" charset="0"/>
              </a:rPr>
              <a:t>Write a JavaScript program to display the colors in the following way 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Helvetica" pitchFamily="2" charset="0"/>
              </a:rPr>
              <a:t>"1st choice is Blue .”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Helvetica" pitchFamily="2" charset="0"/>
              </a:rPr>
              <a:t>"2nd choice is Green.”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Helvetica" pitchFamily="2" charset="0"/>
              </a:rPr>
              <a:t>"3rd choice is Red.”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Helvetica" pitchFamily="2" charset="0"/>
              </a:rPr>
              <a:t>Note : Use ordinal numbers to tell their position.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Z" b="1" dirty="0">
                <a:latin typeface="Arial" panose="020B0604020202020204" pitchFamily="34" charset="0"/>
                <a:cs typeface="Arial" panose="020B0604020202020204" pitchFamily="34" charset="0"/>
              </a:rPr>
              <a:t>Challenge 9 </a:t>
            </a:r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b="0" i="0" dirty="0">
                <a:effectLst/>
                <a:latin typeface="Helvetica" pitchFamily="2" charset="0"/>
              </a:rPr>
              <a:t>There are two arrays with individual values. Write a JavaScript program to compute the sum of each individual index value in the given array.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Helvetica" pitchFamily="2" charset="0"/>
              </a:rPr>
              <a:t>array1 = [1,0,2,3,4];</a:t>
            </a:r>
            <a:br>
              <a:rPr lang="en-US" dirty="0"/>
            </a:br>
            <a:r>
              <a:rPr lang="en-US" b="0" i="0" dirty="0">
                <a:effectLst/>
                <a:latin typeface="Helvetica" pitchFamily="2" charset="0"/>
              </a:rPr>
              <a:t>array2 = [3,5,6,7,8,13];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Helvetica" pitchFamily="2" charset="0"/>
              </a:rPr>
              <a:t>Expected Output :</a:t>
            </a:r>
            <a:br>
              <a:rPr lang="en-US" dirty="0"/>
            </a:br>
            <a:r>
              <a:rPr lang="en-US" b="0" i="0" dirty="0">
                <a:effectLst/>
                <a:latin typeface="Helvetica" pitchFamily="2" charset="0"/>
              </a:rPr>
              <a:t>[4, 5, 8, 10, 12, 13]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949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8B9E7-11C8-0CA5-9560-452D5D20C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2182813"/>
            <a:ext cx="10180320" cy="2194878"/>
          </a:xfrm>
        </p:spPr>
        <p:txBody>
          <a:bodyPr/>
          <a:lstStyle/>
          <a:p>
            <a:pPr algn="ctr"/>
            <a:r>
              <a:rPr lang="en-UZ" sz="16600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65970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B018135E-CCF7-554B-B226-A40F1FABAD04}" vid="{5B8BADFA-BD7F-3441-A947-B975480A85C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1230</TotalTime>
  <Words>752</Words>
  <Application>Microsoft Macintosh PowerPoint</Application>
  <PresentationFormat>Widescreen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Helvetica</vt:lpstr>
      <vt:lpstr>Office Theme</vt:lpstr>
      <vt:lpstr>JavaScript Arrays</vt:lpstr>
      <vt:lpstr>Introduction to Arrays</vt:lpstr>
      <vt:lpstr>Ways to Create an Arrays</vt:lpstr>
      <vt:lpstr>Ways to Create an Arrays</vt:lpstr>
      <vt:lpstr>JavaScript Array Methods </vt:lpstr>
      <vt:lpstr>JavaScript Array Methods </vt:lpstr>
      <vt:lpstr>Practice </vt:lpstr>
      <vt:lpstr>Practice</vt:lpstr>
      <vt:lpstr>Practice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Arrays </dc:title>
  <dc:creator>YUSUPOV MIRZOULUGBEK</dc:creator>
  <cp:lastModifiedBy>YUSUPOV MIRZOULUGBEK</cp:lastModifiedBy>
  <cp:revision>45</cp:revision>
  <dcterms:created xsi:type="dcterms:W3CDTF">2025-02-23T11:26:16Z</dcterms:created>
  <dcterms:modified xsi:type="dcterms:W3CDTF">2025-03-06T04:09:48Z</dcterms:modified>
</cp:coreProperties>
</file>